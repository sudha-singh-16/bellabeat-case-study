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Slab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Slab-bold.fntdata"/><Relationship Id="rId18" Type="http://schemas.openxmlformats.org/officeDocument/2006/relationships/font" Target="fonts/RobotoSlab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77eea529c1bea36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77eea529c1bea36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77eea529c1bea36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77eea529c1bea3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7eea529c1bea36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77eea529c1bea36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77eea529c1bea36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77eea529c1bea36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77eea529c1bea36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77eea529c1bea36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77eea529c1bea36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77eea529c1bea36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77eea529c1bea36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77eea529c1bea36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77eea529c1bea36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77eea529c1bea36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77eea529c1bea36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77eea529c1bea36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77eea529c1bea36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77eea529c1bea36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77eea529c1bea36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77eea529c1bea36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77eea529c1bea36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77eea529c1bea36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Bellabeat Smart Device Usage Analysis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311700" y="3132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Activity &amp; Sleep Patterns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2"/>
              <a:t>Presented by : Sudha Singh</a:t>
            </a:r>
            <a:endParaRPr sz="143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Task: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Objective: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Analyze Fitbit smart-device usage data to understand </a:t>
            </a:r>
            <a:r>
              <a:rPr b="1" lang="en" sz="1100">
                <a:solidFill>
                  <a:schemeClr val="dk1"/>
                </a:solidFill>
              </a:rPr>
              <a:t>activity and sleep patterns</a:t>
            </a:r>
            <a:r>
              <a:rPr lang="en" sz="1100">
                <a:solidFill>
                  <a:schemeClr val="dk1"/>
                </a:solidFill>
              </a:rPr>
              <a:t> and develop marketing recommendations for the </a:t>
            </a:r>
            <a:r>
              <a:rPr b="1" lang="en" sz="1100">
                <a:solidFill>
                  <a:schemeClr val="dk1"/>
                </a:solidFill>
              </a:rPr>
              <a:t>Bellabeat App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Key Questi</a:t>
            </a:r>
            <a:r>
              <a:rPr b="1" lang="en" sz="1300">
                <a:solidFill>
                  <a:schemeClr val="dk1"/>
                </a:solidFill>
              </a:rPr>
              <a:t>o</a:t>
            </a:r>
            <a:r>
              <a:rPr b="1" lang="en" sz="1300">
                <a:solidFill>
                  <a:schemeClr val="dk1"/>
                </a:solidFill>
              </a:rPr>
              <a:t>ns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What are the main trends in smart-device usage?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How could these trends apply to Bellabeat customers?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How could these trends influence Bellabeat's marketing strategy?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Deliverable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Use the analysis to provide </a:t>
            </a:r>
            <a:r>
              <a:rPr b="1" lang="en" sz="1100">
                <a:solidFill>
                  <a:schemeClr val="dk1"/>
                </a:solidFill>
              </a:rPr>
              <a:t>data-driven marketing recommendations</a:t>
            </a:r>
            <a:r>
              <a:rPr lang="en" sz="1100">
                <a:solidFill>
                  <a:schemeClr val="dk1"/>
                </a:solidFill>
              </a:rPr>
              <a:t> for Bellabeat.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Tools used: Python, Pandas, Tableau, SQL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Bellabeat: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Bellabeat is a </a:t>
            </a:r>
            <a:r>
              <a:rPr b="1" lang="en" sz="1100">
                <a:solidFill>
                  <a:schemeClr val="dk1"/>
                </a:solidFill>
              </a:rPr>
              <a:t>high-tech manufacturer of health-focused products for women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Its products are designed to support </a:t>
            </a:r>
            <a:r>
              <a:rPr b="1" lang="en" sz="1100">
                <a:solidFill>
                  <a:schemeClr val="dk1"/>
                </a:solidFill>
              </a:rPr>
              <a:t>health and wellness tracking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Bellabeat App</a:t>
            </a:r>
            <a:r>
              <a:rPr lang="en" sz="1100">
                <a:solidFill>
                  <a:schemeClr val="dk1"/>
                </a:solidFill>
              </a:rPr>
              <a:t> provides insights into areas such 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Sleep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Stress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Menstrual cycle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Mindfulness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app connects with Bellabeat's smart wellness products.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the App?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project focuses on the </a:t>
            </a:r>
            <a:r>
              <a:rPr b="1" lang="en" sz="1100">
                <a:solidFill>
                  <a:schemeClr val="dk1"/>
                </a:solidFill>
              </a:rPr>
              <a:t>Bellabeat App</a:t>
            </a:r>
            <a:r>
              <a:rPr lang="en" sz="1100">
                <a:solidFill>
                  <a:schemeClr val="dk1"/>
                </a:solidFill>
              </a:rPr>
              <a:t> because it can use user activity and sleep data to provide personalized wellness insights.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Source: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Dataset: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FitBit Fitness Tracker Data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Source: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Public dataset provided for the Bellabeat case study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 Includes:</a:t>
            </a:r>
            <a:endParaRPr b="1"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Daily activity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Steps and distance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Calories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Activity intensity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Sleep duration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Time in bed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Heart-rate and minute-level data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 Used in This Project:</a:t>
            </a:r>
            <a:endParaRPr b="1"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dailyActivity_merged.csv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sleepDay_merged.csv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Analysis Period: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April 12 – May 12, 2016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Public dataset with limitations in sample size and representation.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Preparation: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Python &amp; Pandas were used to: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Load the activity and sleep datasets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Check </a:t>
            </a:r>
            <a:r>
              <a:rPr b="1" lang="en" sz="1100">
                <a:solidFill>
                  <a:schemeClr val="dk1"/>
                </a:solidFill>
              </a:rPr>
              <a:t>missing values and duplicate records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Convert date columns to the correct </a:t>
            </a:r>
            <a:r>
              <a:rPr b="1" lang="en" sz="1100">
                <a:solidFill>
                  <a:schemeClr val="dk1"/>
                </a:solidFill>
              </a:rPr>
              <a:t>datetime format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Remove </a:t>
            </a:r>
            <a:r>
              <a:rPr b="1" lang="en" sz="1100">
                <a:solidFill>
                  <a:schemeClr val="dk1"/>
                </a:solidFill>
              </a:rPr>
              <a:t>3 exact duplicate sleep records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Check data consistency and possible data-quality issues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Merge activity and sleep data using </a:t>
            </a:r>
            <a:r>
              <a:rPr b="1" lang="en" sz="1100">
                <a:solidFill>
                  <a:schemeClr val="dk1"/>
                </a:solidFill>
              </a:rPr>
              <a:t>User ID + Date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Create analysis categories for: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Activity level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Sleep duration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Sedentary time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Final Analysis Dataset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410 matched activity + sleep records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Analysis: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Using Python, Pandas 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Analyzed daily </a:t>
            </a:r>
            <a:r>
              <a:rPr b="1" lang="en" sz="1100">
                <a:solidFill>
                  <a:schemeClr val="dk1"/>
                </a:solidFill>
              </a:rPr>
              <a:t>steps, activity levels, calories, and sedentary time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Compared activity patterns across </a:t>
            </a:r>
            <a:r>
              <a:rPr b="1" lang="en" sz="1100">
                <a:solidFill>
                  <a:schemeClr val="dk1"/>
                </a:solidFill>
              </a:rPr>
              <a:t>days of the week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Analyzed </a:t>
            </a:r>
            <a:r>
              <a:rPr b="1" lang="en" sz="1100">
                <a:solidFill>
                  <a:schemeClr val="dk1"/>
                </a:solidFill>
              </a:rPr>
              <a:t>sleep duration</a:t>
            </a:r>
            <a:r>
              <a:rPr lang="en" sz="1100">
                <a:solidFill>
                  <a:schemeClr val="dk1"/>
                </a:solidFill>
              </a:rPr>
              <a:t> and time in bed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Combined activity and sleep data to identify relationships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Compared activity and calorie patterns across </a:t>
            </a:r>
            <a:r>
              <a:rPr b="1" lang="en" sz="1100">
                <a:solidFill>
                  <a:schemeClr val="dk1"/>
                </a:solidFill>
              </a:rPr>
              <a:t>sleep-duration groups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Used descriptive statistics and correlation to identify patterns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Visualization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Tableau</a:t>
            </a:r>
            <a:r>
              <a:rPr lang="en" sz="1100">
                <a:solidFill>
                  <a:schemeClr val="dk1"/>
                </a:solidFill>
              </a:rPr>
              <a:t> was used to create interactive visualizations and the final dashboard.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13097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Findings: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06100" y="809250"/>
            <a:ext cx="868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Weekly Activity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Saturday</a:t>
            </a:r>
            <a:r>
              <a:rPr lang="en" sz="1100">
                <a:solidFill>
                  <a:schemeClr val="dk1"/>
                </a:solidFill>
              </a:rPr>
              <a:t> had the highest average steps: </a:t>
            </a:r>
            <a:r>
              <a:rPr b="1" lang="en" sz="1100">
                <a:solidFill>
                  <a:schemeClr val="dk1"/>
                </a:solidFill>
              </a:rPr>
              <a:t>~9,871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Sunday</a:t>
            </a:r>
            <a:r>
              <a:rPr lang="en" sz="1100">
                <a:solidFill>
                  <a:schemeClr val="dk1"/>
                </a:solidFill>
              </a:rPr>
              <a:t> had the lowest average steps: </a:t>
            </a:r>
            <a:r>
              <a:rPr b="1" lang="en" sz="1100">
                <a:solidFill>
                  <a:schemeClr val="dk1"/>
                </a:solidFill>
              </a:rPr>
              <a:t>~7,298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Sleep &amp; Activity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Sleep duration and daily steps showed a </a:t>
            </a:r>
            <a:r>
              <a:rPr b="1" lang="en" sz="1100">
                <a:solidFill>
                  <a:schemeClr val="dk1"/>
                </a:solidFill>
              </a:rPr>
              <a:t>weak negative correlation (-0.19)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indicates a weak relationship, not causation.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088" y="205950"/>
            <a:ext cx="3490124" cy="166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6425" y="2454200"/>
            <a:ext cx="3286551" cy="20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182975" y="328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Sleep &amp; Calories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6–8 hour sleep group</a:t>
            </a:r>
            <a:r>
              <a:rPr lang="en" sz="1100">
                <a:solidFill>
                  <a:schemeClr val="dk1"/>
                </a:solidFill>
              </a:rPr>
              <a:t> had the highest average calories: </a:t>
            </a:r>
            <a:r>
              <a:rPr b="1" lang="en" sz="1100">
                <a:solidFill>
                  <a:schemeClr val="dk1"/>
                </a:solidFill>
              </a:rPr>
              <a:t>~2,</a:t>
            </a:r>
            <a:r>
              <a:rPr b="1" lang="en" sz="1100">
                <a:solidFill>
                  <a:schemeClr val="dk1"/>
                </a:solidFill>
              </a:rPr>
              <a:t>525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Activity Levels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 activity: </a:t>
            </a:r>
            <a:r>
              <a:rPr b="1" lang="en" sz="1100">
                <a:solidFill>
                  <a:schemeClr val="dk1"/>
                </a:solidFill>
              </a:rPr>
              <a:t>165 records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Moderate activity: </a:t>
            </a:r>
            <a:r>
              <a:rPr b="1" lang="en" sz="1100">
                <a:solidFill>
                  <a:schemeClr val="dk1"/>
                </a:solidFill>
              </a:rPr>
              <a:t>149 records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Low activity: </a:t>
            </a:r>
            <a:r>
              <a:rPr b="1" lang="en" sz="1100">
                <a:solidFill>
                  <a:schemeClr val="dk1"/>
                </a:solidFill>
              </a:rPr>
              <a:t>96 records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725" y="380200"/>
            <a:ext cx="3561125" cy="185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9625" y="2646250"/>
            <a:ext cx="2548576" cy="16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&amp; Interpretation: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1. Weekly activity varies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Activity levels differ across days of the week.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Bellabeat can use weekly tracking to help users maintain consistent activity.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2. Sleep and activity are weakly related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analysis found a weak negative relationship between sleep duration and daily steps.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suggests sleep and activity should be viewed together rather than assuming one causes the other.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3. Sleep duration and calories vary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6–8 hour group recorded the highest average calories in the analyzed data.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Bellabeat can provide users with combined sleep and activity insights.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app can use activity and sleep tracking to provide personalized wellness insights.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77225" y="0"/>
            <a:ext cx="9032400" cy="8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Interactive dashboard analyzing activity and sleep patterns of Fitbit users</a:t>
            </a:r>
            <a:endParaRPr sz="1820"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0" r="0" t="6873"/>
          <a:stretch/>
        </p:blipFill>
        <p:spPr>
          <a:xfrm>
            <a:off x="77225" y="849300"/>
            <a:ext cx="8992976" cy="407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Recommendations: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Encourage consistent weekly activity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weekly goals, activity reminders, and short challenges</a:t>
            </a:r>
            <a:r>
              <a:rPr lang="en" sz="1100">
                <a:solidFill>
                  <a:schemeClr val="dk1"/>
                </a:solidFill>
              </a:rPr>
              <a:t> to help users maintain regular activity throughout the week.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Combine sleep and activity insights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Show users their </a:t>
            </a:r>
            <a:r>
              <a:rPr b="1" lang="en" sz="1100">
                <a:solidFill>
                  <a:schemeClr val="dk1"/>
                </a:solidFill>
              </a:rPr>
              <a:t>sleep and activity patterns together</a:t>
            </a:r>
            <a:r>
              <a:rPr lang="en" sz="1100">
                <a:solidFill>
                  <a:schemeClr val="dk1"/>
                </a:solidFill>
              </a:rPr>
              <a:t> to support personalized wellness tracking.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Encourage breaks from prolonged inactivity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gentle movement reminders and short activity challenges</a:t>
            </a:r>
            <a:r>
              <a:rPr lang="en" sz="1100">
                <a:solidFill>
                  <a:schemeClr val="dk1"/>
                </a:solidFill>
              </a:rPr>
              <a:t> to encourage users to break up periods of inactivity.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Key message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the Bellabeat App to turn activity and sleep data into personalized wellness insights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Conclusion: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Limitations</a:t>
            </a:r>
            <a:endParaRPr b="1" sz="13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dataset has a </a:t>
            </a:r>
            <a:r>
              <a:rPr b="1" lang="en" sz="1100">
                <a:solidFill>
                  <a:schemeClr val="dk1"/>
                </a:solidFill>
              </a:rPr>
              <a:t>small sample size</a:t>
            </a:r>
            <a:r>
              <a:rPr lang="en" sz="1100">
                <a:solidFill>
                  <a:schemeClr val="dk1"/>
                </a:solidFill>
              </a:rPr>
              <a:t> and may not represent all Bellabeat customers.</a:t>
            </a: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Activity and sleep data were available for </a:t>
            </a:r>
            <a:r>
              <a:rPr b="1" lang="en" sz="1100">
                <a:solidFill>
                  <a:schemeClr val="dk1"/>
                </a:solidFill>
              </a:rPr>
              <a:t>different numbers of users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Fitbit data may contain </a:t>
            </a:r>
            <a:r>
              <a:rPr b="1" lang="en" sz="1100">
                <a:solidFill>
                  <a:schemeClr val="dk1"/>
                </a:solidFill>
              </a:rPr>
              <a:t>tracking and measurement limitations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analysis shows </a:t>
            </a:r>
            <a:r>
              <a:rPr b="1" lang="en" sz="1100">
                <a:solidFill>
                  <a:schemeClr val="dk1"/>
                </a:solidFill>
              </a:rPr>
              <a:t>patterns and relationships, not causation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Conclusion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analysis identified differences in </a:t>
            </a:r>
            <a:r>
              <a:rPr b="1" lang="en" sz="1100">
                <a:solidFill>
                  <a:schemeClr val="dk1"/>
                </a:solidFill>
              </a:rPr>
              <a:t>activity, sleep, and sedentary behavior</a:t>
            </a:r>
            <a:r>
              <a:rPr lang="en" sz="1100">
                <a:solidFill>
                  <a:schemeClr val="dk1"/>
                </a:solidFill>
              </a:rPr>
              <a:t> within the available Fitbit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These findings suggest opportunities for Bellabeat to use its app to provide </a:t>
            </a:r>
            <a:r>
              <a:rPr b="1" lang="en" sz="1100">
                <a:solidFill>
                  <a:schemeClr val="dk1"/>
                </a:solidFill>
              </a:rPr>
              <a:t>personalized activity and sleep insights, weekly goals, and movement reminders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Final line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Data-driven insights can help Bellabeat develop more personalized wellness experiences.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